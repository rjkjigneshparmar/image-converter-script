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105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A73E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INTERNAL TOOL DEMO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JPEG Converter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9BB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Drag &amp; drop  ·  Batch convert  ·  File import  ·  Dark mode  ·  Auto-naming</a:t>
            </a:r>
            <a:endParaRPr lang="en-US" sz="12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3520440"/>
            <a:ext cx="5943600" cy="0"/>
          </a:xfrm>
          <a:prstGeom prst="line">
            <a:avLst/>
          </a:prstGeom>
          <a:noFill/>
          <a:ln w="1905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B0"/>
                </a:solidFill>
              </a:rPr>
              <a:t>Presented by · Image Converter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548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329184" cy="329184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3898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4"/>
                </a:solidFill>
              </a:rPr>
              <a:t>Multiple tools needed for different formats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2167128"/>
            <a:ext cx="329184" cy="329184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396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4"/>
                </a:solidFill>
              </a:rPr>
              <a:t>Manual one-by-one conversion is slow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916936"/>
            <a:ext cx="329184" cy="329184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88950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4"/>
                </a:solidFill>
              </a:rPr>
              <a:t>No consistent naming for output files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666744"/>
            <a:ext cx="329184" cy="329184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004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639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EF4"/>
                </a:solidFill>
              </a:rPr>
              <a:t>Extracting images from PDFs &amp; DOCX is tedious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274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069080" y="1051560"/>
            <a:ext cx="4754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69080" y="1051560"/>
            <a:ext cx="73152" cy="76809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51960" y="1115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One Tool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51960" y="14447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Supports PNG, GIF, BMP, TIFF, WEBP, ICO and more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069080" y="1984248"/>
            <a:ext cx="4754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069080" y="1984248"/>
            <a:ext cx="73152" cy="76809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51960" y="20482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Batch Convert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51960" y="2377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Convert hundreds of files in a single click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69080" y="2916936"/>
            <a:ext cx="4754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069080" y="2916936"/>
            <a:ext cx="73152" cy="76809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251960" y="2980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Smart Naming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51960" y="3310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Auto-numbered outputs: Image_1.jpg, Image_2.jpg…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69080" y="3849624"/>
            <a:ext cx="475488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069080" y="3849624"/>
            <a:ext cx="73152" cy="768096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251960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</a:rPr>
              <a:t>File Import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51960" y="42428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B0"/>
                </a:solidFill>
              </a:rPr>
              <a:t>Extract images from PDF, DOCX, PPTX, XLSX, ZIP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47472" y="1005840"/>
            <a:ext cx="2633472" cy="1737360"/>
          </a:xfrm>
          <a:prstGeom prst="rect">
            <a:avLst/>
          </a:prstGeom>
          <a:solidFill>
            <a:srgbClr val="152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633472" cy="914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12064" y="1207008"/>
            <a:ext cx="475488" cy="475488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2527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2252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Batch Convert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12064" y="181051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BB0"/>
                </a:solidFill>
              </a:rPr>
              <a:t>Add dozens of images at once and convert them all in one click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633472" cy="1737360"/>
          </a:xfrm>
          <a:prstGeom prst="rect">
            <a:avLst/>
          </a:prstGeom>
          <a:solidFill>
            <a:srgbClr val="152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200400" y="1005840"/>
            <a:ext cx="2633472" cy="914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364992" y="1207008"/>
            <a:ext cx="475488" cy="475488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2527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68496" y="12252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File Import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64992" y="181051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BB0"/>
                </a:solidFill>
              </a:rPr>
              <a:t>Extract images from PDF, DOCX, PPTX, XLSX and ZIP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53328" y="1005840"/>
            <a:ext cx="2633472" cy="1737360"/>
          </a:xfrm>
          <a:prstGeom prst="rect">
            <a:avLst/>
          </a:prstGeom>
          <a:solidFill>
            <a:srgbClr val="152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053328" y="1005840"/>
            <a:ext cx="2633472" cy="914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217920" y="1207008"/>
            <a:ext cx="475488" cy="475488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5272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21424" y="12252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Drag &amp; Drop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17920" y="181051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BB0"/>
                </a:solidFill>
              </a:rPr>
              <a:t>Drop files or folders directly onto the list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47472" y="2971800"/>
            <a:ext cx="2633472" cy="1737360"/>
          </a:xfrm>
          <a:prstGeom prst="rect">
            <a:avLst/>
          </a:prstGeom>
          <a:solidFill>
            <a:srgbClr val="152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347472" y="2971800"/>
            <a:ext cx="2633472" cy="91440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512064" y="3172968"/>
            <a:ext cx="475488" cy="475488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" y="3218688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5568" y="3191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Auto Ordering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12064" y="377647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BB0"/>
                </a:solidFill>
              </a:rPr>
              <a:t>Outputs numbered by list order: Image_1.jpg…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00400" y="2971800"/>
            <a:ext cx="2633472" cy="1737360"/>
          </a:xfrm>
          <a:prstGeom prst="rect">
            <a:avLst/>
          </a:prstGeom>
          <a:solidFill>
            <a:srgbClr val="152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3200400" y="2971800"/>
            <a:ext cx="2633472" cy="9144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3"/>
          <p:cNvSpPr/>
          <p:nvPr/>
        </p:nvSpPr>
        <p:spPr>
          <a:xfrm>
            <a:off x="3364992" y="3172968"/>
            <a:ext cx="475488" cy="47548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218688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968496" y="3191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Quality Control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3364992" y="377647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BB0"/>
                </a:solidFill>
              </a:rPr>
              <a:t>JPEG quality slider 10–100. 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6053328" y="2971800"/>
            <a:ext cx="2633472" cy="1737360"/>
          </a:xfrm>
          <a:prstGeom prst="rect">
            <a:avLst/>
          </a:prstGeom>
          <a:solidFill>
            <a:srgbClr val="152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7"/>
          <p:cNvSpPr/>
          <p:nvPr/>
        </p:nvSpPr>
        <p:spPr>
          <a:xfrm>
            <a:off x="6053328" y="2971800"/>
            <a:ext cx="2633472" cy="91440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8"/>
          <p:cNvSpPr/>
          <p:nvPr/>
        </p:nvSpPr>
        <p:spPr>
          <a:xfrm>
            <a:off x="6217920" y="3172968"/>
            <a:ext cx="475488" cy="475488"/>
          </a:xfrm>
          <a:prstGeom prst="ellipse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218688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821424" y="31912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Dark Mode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6217920" y="3776472"/>
            <a:ext cx="235915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8A9BB0"/>
                </a:solidFill>
              </a:rPr>
              <a:t>Full dark mode toggle across every UI element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</a:rPr>
              <a:t>Four steps from source files to converted JPEGs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1965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1965960" cy="91440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48132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084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</a:rPr>
              <a:t>Add Files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28700" y="2606040"/>
            <a:ext cx="548640" cy="54864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10287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" y="3273552"/>
            <a:ext cx="1746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BB0"/>
                </a:solidFill>
              </a:rPr>
              <a:t>Drag &amp; drop images or folders. Or use Add Images / Import File to pull images from PDF, DOCX, PPTX, XLSX, ZIP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0" y="1261872"/>
            <a:ext cx="1965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468880" y="1261872"/>
            <a:ext cx="1965960" cy="914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828" y="148132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2084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</a:rPr>
              <a:t>Order &amp; Prefix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177540" y="260604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/>
          <p:nvPr/>
        </p:nvSpPr>
        <p:spPr>
          <a:xfrm>
            <a:off x="31775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578608" y="3273552"/>
            <a:ext cx="1746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BB0"/>
                </a:solidFill>
              </a:rPr>
              <a:t>Use ↑ ↓ to reorder. Set a custom prefix — outputs become Photo_1.jpg, Photo_2.jpg…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617720" y="1261872"/>
            <a:ext cx="1965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4617720" y="1261872"/>
            <a:ext cx="1965960" cy="9144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4668" y="1481328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9160" y="2084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</a:rPr>
              <a:t>Choose Output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326380" y="2606040"/>
            <a:ext cx="548640" cy="54864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53263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27448" y="3273552"/>
            <a:ext cx="1746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BB0"/>
                </a:solidFill>
              </a:rPr>
              <a:t>Click Browse to pick the output folder. A warning appears if none is selected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766560" y="1261872"/>
            <a:ext cx="1965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6766560" y="1261872"/>
            <a:ext cx="1965960" cy="91440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508" y="1481328"/>
            <a:ext cx="512064" cy="51206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58000" y="208483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32"/>
                </a:solidFill>
              </a:rPr>
              <a:t>Convert &amp; Done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475220" y="2606040"/>
            <a:ext cx="548640" cy="54864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/>
          <p:nvPr/>
        </p:nvSpPr>
        <p:spPr>
          <a:xfrm>
            <a:off x="74752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876288" y="3273552"/>
            <a:ext cx="1746504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9BB0"/>
                </a:solidFill>
              </a:rPr>
              <a:t>Click Convert to JPEG. Live progress bar tracks each file. Click Open Output to view results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Formats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3977640" cy="47548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Direct Image Formats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572768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1572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PNG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13432" y="1572768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13432" y="1572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BMP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148840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2148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GIF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13432" y="2148840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313432" y="214884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TIFF / TIF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" y="2724912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27249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WebP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13432" y="2724912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313432" y="272491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300984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" y="33009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PPM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313432" y="3300984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313432" y="330098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TGA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" y="3877056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" y="387705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HEIC / HEIF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13432" y="3877056"/>
            <a:ext cx="1874520" cy="438912"/>
          </a:xfrm>
          <a:prstGeom prst="rect">
            <a:avLst/>
          </a:prstGeom>
          <a:solidFill>
            <a:srgbClr val="152333"/>
          </a:solidFill>
          <a:ln w="6350">
            <a:solidFill>
              <a:srgbClr val="2434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313432" y="387705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9EFF"/>
                </a:solidFill>
              </a:rPr>
              <a:t>JPG / JPEG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960120"/>
            <a:ext cx="3977640" cy="47548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46320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Import &amp; Extract From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1600200"/>
            <a:ext cx="1005840" cy="43891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92040" y="16002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PDF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16367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4"/>
                </a:solidFill>
              </a:rPr>
              <a:t>All embedded images from every page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92040" y="2221992"/>
            <a:ext cx="1005840" cy="43891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92040" y="22219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DOCX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2258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4"/>
                </a:solidFill>
              </a:rPr>
              <a:t>Images in document order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92040" y="2843784"/>
            <a:ext cx="1005840" cy="43891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92040" y="284378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PPTX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893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4"/>
                </a:solidFill>
              </a:rPr>
              <a:t>All images from every slide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92040" y="3465576"/>
            <a:ext cx="1005840" cy="43891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92040" y="34655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XLSX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9320" y="35021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4"/>
                </a:solidFill>
              </a:rPr>
              <a:t>Embedded images in sheets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92040" y="4087368"/>
            <a:ext cx="1005840" cy="43891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92040" y="40873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ZIP / CBZ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8932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EF4"/>
                </a:solidFill>
              </a:rPr>
              <a:t>Image files inside the archive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109728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" y="25146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A9BB0"/>
                </a:solidFill>
              </a:rPr>
              <a:t>Steps to follow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8A9BB0"/>
                </a:solidFill>
              </a:rPr>
              <a:t>during your demo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3474720" cy="576072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37160" y="4572000"/>
            <a:ext cx="3200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Launch the app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before the meeting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3891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86784" y="4114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Open the app:  py convert_to_jpeg.py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88696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86784" y="8595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Toggle Dark Mode to show the theme switch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33502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86784" y="130759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Click Add Images — select 3–5 sample images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78308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86784" y="175564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Click Import File — demo PDF or DOCX extraction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231136"/>
            <a:ext cx="237744" cy="2377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986784" y="22037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Drag &amp; drop a folder directly onto the list</a:t>
            </a:r>
            <a:endParaRPr lang="en-US" sz="11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2679192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986784" y="265176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Reorder files using the ↑ ↓ buttons</a:t>
            </a:r>
            <a:endParaRPr lang="en-US" sz="11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127248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3986784" y="309981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Set a custom Prefix (e.g. 'Demo')</a:t>
            </a:r>
            <a:endParaRPr lang="en-US" sz="115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575304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3986784" y="35478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Click Browse and pick an Output folder</a:t>
            </a:r>
            <a:endParaRPr lang="en-US" sz="115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023360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3986784" y="39959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Click Convert to JPEG — watch the progress bar</a:t>
            </a:r>
            <a:endParaRPr lang="en-US" sz="115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471416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3986784" y="44439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332"/>
                </a:solidFill>
              </a:rPr>
              <a:t>Click Open Output — show the converted files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0"/>
                </a:solidFill>
              </a:rPr>
              <a:t>How your team runs the tool on their machine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47548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Windows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8562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Install Python 3.6+ from python.org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3591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Check 'Add Python to PATH' during install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8620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Open Command Prompt or PowerShell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3649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Navigate to the folder with the script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8679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Run:  py convert_to_jpeg.py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389120"/>
            <a:ext cx="274320" cy="274320"/>
          </a:xfrm>
          <a:prstGeom prst="ellipse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43708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Dependencies auto-install on first run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234440"/>
            <a:ext cx="4114800" cy="47548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46320" y="12344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macOS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83480" y="1874520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834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18562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Install Python 3.6+ from python.org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83480" y="2377440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8348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49240" y="23591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Or via Homebrew: brew install python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83480" y="2880360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834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286207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If tkinter missing: brew install python-tk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83480" y="3383280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8348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49240" y="33649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Open Terminal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83480" y="3886200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8348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49240" y="38679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Navigate to the folder with the script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83480" y="4389120"/>
            <a:ext cx="274320" cy="27432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983480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49240" y="437083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</a:rPr>
              <a:t>Run:  python3 convert_to_jpeg.py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731520"/>
            <a:ext cx="4114800" cy="4114800"/>
          </a:xfrm>
          <a:prstGeom prst="ellipse">
            <a:avLst/>
          </a:prstGeom>
          <a:solidFill>
            <a:srgbClr val="1A73E8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ellipse">
            <a:avLst/>
          </a:prstGeom>
          <a:solidFill>
            <a:srgbClr val="00C9A7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411480"/>
            <a:ext cx="1508760" cy="1508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914400" y="2971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A9BB0"/>
                </a:solidFill>
              </a:rPr>
              <a:t>The tool is ready to use today — just run  convert_to_jpeg.py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0" y="4206240"/>
            <a:ext cx="3657600" cy="0"/>
          </a:xfrm>
          <a:prstGeom prst="line">
            <a:avLst/>
          </a:prstGeom>
          <a:noFill/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B0"/>
                </a:solidFill>
              </a:rPr>
              <a:t>Image → JPEG Converter  ·  Internal Tool Demo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607</Words>
  <Application>Microsoft Office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→ JPEG Converter · Team Demo</dc:title>
  <dc:subject>PptxGenJS Presentation</dc:subject>
  <dc:creator>PptxGenJS</dc:creator>
  <cp:lastModifiedBy>Jignesh Parmar</cp:lastModifiedBy>
  <cp:revision>2</cp:revision>
  <dcterms:created xsi:type="dcterms:W3CDTF">2026-05-23T01:34:40Z</dcterms:created>
  <dcterms:modified xsi:type="dcterms:W3CDTF">2026-05-26T17:50:23Z</dcterms:modified>
</cp:coreProperties>
</file>